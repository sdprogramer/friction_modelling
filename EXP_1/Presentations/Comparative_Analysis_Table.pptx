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0" y="2743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Comparative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972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55600">
                <a:tc>
                  <a:txBody>
                    <a:bodyPr/>
                    <a:lstStyle/>
                    <a:p>
                      <a:r>
                        <a:t>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 Score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Joint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0.9782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0.9961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Joint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0.7705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0.8784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Joint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0.7262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0.9800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t>Joint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